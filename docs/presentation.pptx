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ULPF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Log Pre-processing Framework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 — NTRO Problem #26156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 ·  Extensible  ·  Lossless  ·  Scalable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7772400" cy="18288"/>
          </a:xfrm>
          <a:prstGeom prst="rect">
            <a:avLst/>
          </a:prstGeom>
          <a:solidFill>
            <a:srgbClr val="CADCFC">
              <a:alpha val="5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Log Chaos at Scale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801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234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Sources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Firewalls, servers, containers, IoT, databases, cloud services — each producing logs in their own format.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8404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83480" y="12801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40680" y="1234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Fragmentation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83480" y="16916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Syslog, JSON, XML, CEF, LEEF, proprietary vendor formats — no common standard.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38404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9260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Source Overhead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33375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log source requires weeks of parser development before analytics can begin.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2743200"/>
            <a:ext cx="38404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83480" y="29260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Analytics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83480" y="33375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hunting, compliance reporting, and incident response all hampered by incompatible formats.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ULPF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Plug-and-Play Modules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6916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YAML config or Python class into the modules/ directory. Auto-discovered at startup. No framework code changes.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051560"/>
            <a:ext cx="411480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344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Built-in Parsers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937760" y="16916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ASA, Nginx, Linux Syslog, Generic Syslog, Generic JSON — covering the most common enterprise log sources.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2743200"/>
            <a:ext cx="411480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260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Drain3 AI Discovery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0080" y="33832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template mining for unknown log sources. Discovers patterns from IoT, proprietary, and custom formats.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754880" y="2743200"/>
            <a:ext cx="411480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92608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Architecture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937760" y="33832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Pathway workers handle billions of events/day. Stateless, horizontally scalable, with backpressure.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in air-gapped networks · Containerized · AI/ML ready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Streaming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645920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1645920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45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1645920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1645920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926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566160"/>
            <a:ext cx="1645920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3566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011680" y="2971800"/>
            <a:ext cx="7315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2651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0" y="2103120"/>
            <a:ext cx="1645920" cy="914400"/>
          </a:xfrm>
          <a:prstGeom prst="roundRect">
            <a:avLst>
              <a:gd name="adj" fmla="val 4000"/>
            </a:avLst>
          </a:prstGeom>
          <a:solidFill>
            <a:srgbClr val="374151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Broker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raw_logs topic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89120" y="2560320"/>
            <a:ext cx="6400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1188720"/>
            <a:ext cx="2560320" cy="2743200"/>
          </a:xfrm>
          <a:prstGeom prst="roundRect">
            <a:avLst>
              <a:gd name="adj" fmla="val 21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ULPF Workers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0" y="173736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Format Detect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2084832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Module Match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2432304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Parse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0" y="2779776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Normalize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3127248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Enrich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347472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Output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589520" y="2560320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0" y="1005840"/>
            <a:ext cx="914400" cy="640080"/>
          </a:xfrm>
          <a:prstGeom prst="roundRect">
            <a:avLst>
              <a:gd name="adj" fmla="val 5714"/>
            </a:avLst>
          </a:prstGeom>
          <a:solidFill>
            <a:srgbClr val="374151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0" y="1005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46720" y="2194560"/>
            <a:ext cx="914400" cy="64008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8046720" y="21945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(SIEM)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46720" y="3383280"/>
            <a:ext cx="914400" cy="640080"/>
          </a:xfrm>
          <a:prstGeom prst="roundRect">
            <a:avLst>
              <a:gd name="adj" fmla="val 5714"/>
            </a:avLst>
          </a:prstGeom>
          <a:solidFill>
            <a:srgbClr val="1A2744"/>
          </a:solidFill>
          <a:ln/>
        </p:spPr>
      </p:sp>
      <p:sp>
        <p:nvSpPr>
          <p:cNvPr id="34" name="Text 32"/>
          <p:cNvSpPr/>
          <p:nvPr/>
        </p:nvSpPr>
        <p:spPr>
          <a:xfrm>
            <a:off x="8046720" y="33832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/ MinIO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(archival)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297680"/>
            <a:ext cx="841248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Properties:  Push-based ingestion  ·  Lossless preservation  ·  Stateless workers  ·  Drain3 LRU eviction  ·  Air-gap ready  ·  No external API dependencies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011680" cy="1005840"/>
          </a:xfrm>
          <a:prstGeom prst="roundRect">
            <a:avLst>
              <a:gd name="adj" fmla="val 4545"/>
            </a:avLst>
          </a:prstGeom>
          <a:solidFill>
            <a:srgbClr val="24305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1051560"/>
            <a:ext cx="2011680" cy="1005840"/>
          </a:xfrm>
          <a:prstGeom prst="roundRect">
            <a:avLst>
              <a:gd name="adj" fmla="val 4545"/>
            </a:avLst>
          </a:prstGeom>
          <a:solidFill>
            <a:srgbClr val="243057"/>
          </a:solidFill>
          <a:ln/>
        </p:spPr>
      </p:sp>
      <p:sp>
        <p:nvSpPr>
          <p:cNvPr id="8" name="Text 6"/>
          <p:cNvSpPr/>
          <p:nvPr/>
        </p:nvSpPr>
        <p:spPr>
          <a:xfrm>
            <a:off x="2514600" y="1097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3,500+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514600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Events/sec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2011680" cy="1005840"/>
          </a:xfrm>
          <a:prstGeom prst="roundRect">
            <a:avLst>
              <a:gd name="adj" fmla="val 4545"/>
            </a:avLst>
          </a:prstGeom>
          <a:solidFill>
            <a:srgbClr val="243057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097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63440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Modules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1051560"/>
            <a:ext cx="2011680" cy="1005840"/>
          </a:xfrm>
          <a:prstGeom prst="roundRect">
            <a:avLst>
              <a:gd name="adj" fmla="val 4545"/>
            </a:avLst>
          </a:prstGeom>
          <a:solidFill>
            <a:srgbClr val="243057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1097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812280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in Demo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Highlights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65760" y="2651760"/>
            <a:ext cx="2697480" cy="1737360"/>
          </a:xfrm>
          <a:prstGeom prst="roundRect">
            <a:avLst>
              <a:gd name="adj" fmla="val 2105"/>
            </a:avLst>
          </a:prstGeom>
          <a:solidFill>
            <a:srgbClr val="243057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7432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Coverage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31089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1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Syslog (RFC 3164/5424)</a:t>
            </a:r>
            <a:endParaRPr lang="en-US" sz="11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CEF/LEEF</a:t>
            </a:r>
            <a:endParaRPr lang="en-US" sz="11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access logs</a:t>
            </a:r>
            <a:endParaRPr lang="en-US" sz="11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ASA firewall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651760"/>
            <a:ext cx="2697480" cy="1737360"/>
          </a:xfrm>
          <a:prstGeom prst="roundRect">
            <a:avLst>
              <a:gd name="adj" fmla="val 2105"/>
            </a:avLst>
          </a:prstGeom>
          <a:solidFill>
            <a:srgbClr val="243057"/>
          </a:solidFill>
          <a:ln/>
        </p:spPr>
      </p:sp>
      <p:sp>
        <p:nvSpPr>
          <p:cNvPr id="21" name="Text 19"/>
          <p:cNvSpPr/>
          <p:nvPr/>
        </p:nvSpPr>
        <p:spPr>
          <a:xfrm>
            <a:off x="3337560" y="27432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Drain3 Discovery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37560" y="31089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Auto-mines log templates</a:t>
            </a:r>
            <a:endParaRPr lang="en-US" sz="11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IoT &amp; proprietary formats</a:t>
            </a:r>
            <a:endParaRPr lang="en-US" sz="11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YAML config scaffolds</a:t>
            </a:r>
            <a:endParaRPr lang="en-US" sz="11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LRU eviction for memory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2651760"/>
            <a:ext cx="2697480" cy="1737360"/>
          </a:xfrm>
          <a:prstGeom prst="roundRect">
            <a:avLst>
              <a:gd name="adj" fmla="val 2105"/>
            </a:avLst>
          </a:prstGeom>
          <a:solidFill>
            <a:srgbClr val="243057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27432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72200" y="31089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network ready</a:t>
            </a:r>
            <a:endParaRPr lang="en-US" sz="11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orchestration</a:t>
            </a:r>
            <a:endParaRPr lang="en-US" sz="11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streaming pipeline</a:t>
            </a:r>
            <a:endParaRPr lang="en-US" sz="11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runtime external APIs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Source Code · README · Architecture Document · Demo Video · Technical Presentation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ULPF — Universal Log Pre-processing Framework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ULPF: Universal Log Pre-processing Framework</dc:title>
  <dc:subject>PptxGenJS Presentation</dc:subject>
  <dc:creator>ULPF Team</dc:creator>
  <cp:lastModifiedBy>ULPF Team</cp:lastModifiedBy>
  <cp:revision>1</cp:revision>
  <dcterms:created xsi:type="dcterms:W3CDTF">2026-09-02T20:27:15Z</dcterms:created>
  <dcterms:modified xsi:type="dcterms:W3CDTF">2026-09-02T20:27:15Z</dcterms:modified>
</cp:coreProperties>
</file>